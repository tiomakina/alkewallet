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1" autoAdjust="0"/>
    <p:restoredTop sz="94610"/>
  </p:normalViewPr>
  <p:slideViewPr>
    <p:cSldViewPr snapToGrid="0" snapToObjects="1">
      <p:cViewPr>
        <p:scale>
          <a:sx n="79" d="100"/>
          <a:sy n="79" d="100"/>
        </p:scale>
        <p:origin x="2466" y="12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48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Presentar el proyecto AlkeWallet como una billetera digital con menú interactivo por consola, desarrollada en Java con POO.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contexto del proyecto. Destacar que la solución incluye un menú interactivo donde el usuario ingresa datos manualmente.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menú en vivo ejecutando Principal.java. Ingresar opción 1 (crear cuenta), luego 3 (depositar) y 6 (ver historial) para demostrar el flujo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arquitectura en capas. Destacar que Principal.java es el punto de entrada con el menú interactivo, y que usa Scanner para leer los datos que ingresa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cada funcionalidad. Destacar que todas las opciones del menú son interactivas y el usuario ingresa los datos por teclado.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cubren la lógica de negocio con JUnit 5. El menú interactivo se valida ejecutando el programa manualmente.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Hablar de los desafíos reales del desarrollo. Mencionar especialmente el manejo de entradas del usuario y cómo se resolvió con try-catch.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cierre. Resumir todos los entregables completados. Destacar el menú interactivo como valor agregado que demuestra habilidades en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5BA3D9">
              <a:alpha val="15000"/>
            </a:srgbClr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2926080"/>
            <a:ext cx="2286000" cy="2286000"/>
          </a:xfrm>
          <a:prstGeom prst="ellipse">
            <a:avLst/>
          </a:prstGeom>
          <a:solidFill>
            <a:srgbClr val="5BA3D9">
              <a:alpha val="15000"/>
            </a:srgbClr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315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AlkeWallet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BA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Billetera Digital con Menú Interactivo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0" y="2377440"/>
            <a:ext cx="2743200" cy="36576"/>
          </a:xfrm>
          <a:prstGeom prst="rect">
            <a:avLst/>
          </a:prstGeom>
          <a:solidFill>
            <a:srgbClr val="5BA3D9">
              <a:alpha val="70000"/>
            </a:srgbClr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80467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L" sz="1800" dirty="0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r>
              <a:rPr lang="en-US" sz="1800" dirty="0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Modulo</a:t>
            </a:r>
          </a:p>
          <a:p>
            <a:pPr marL="0" indent="0" algn="ctr">
              <a:buNone/>
            </a:pPr>
            <a:r>
              <a:rPr lang="en-US" sz="1800" dirty="0" err="1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</a:t>
            </a:r>
            <a:r>
              <a:rPr lang="en-US" sz="1800" dirty="0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Chile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A8C8E8"/>
                </a:solidFill>
                <a:latin typeface="Arial" pitchFamily="34" charset="0"/>
                <a:cs typeface="Arial" pitchFamily="34" charset="-120"/>
              </a:rPr>
              <a:t>Professor Patricio Yanez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FB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· POO · Interfaces · JUnit 5 · Maven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a resolver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93192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97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inicial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fintech Alkemy Digital necesita una billetera digital segura y fácil de usar.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debe permitir: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Administrar fondos (crear cuenta, ver saldo, depositar, retirar)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entre distintas monedas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Interacción manual del usuario con el programa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96012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solución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interactivo por consola que permite al usuario: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Ingresar sus datos manualmente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Seleccionar operaciones con un número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resultados en tiempo real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Java con POO e interfaces para reutilización de código.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chileno: CLP como moneda base + soporte UF.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interactivo — demostración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B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interactúa ingresando el número de la opción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Menú principal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AlkeWallet - Menú Principal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579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Crear cuenta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4048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Ver saldo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Depositar dinero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8986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Retirar dinero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1455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Convertir moneda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92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6. Ver historial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6393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 Salir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886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Seleccione una opción: 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051560"/>
            <a:ext cx="4023360" cy="3749040"/>
          </a:xfrm>
          <a:prstGeom prst="roundRect">
            <a:avLst>
              <a:gd name="adj" fmla="val 243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097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Ejemplo: Depositar $200.000 CLP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4173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Depositar dinero ---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16642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1911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 actual: $500000.00 CLP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1579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Ingrese el monto: $200000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24048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6517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Depósito exitoso: +$200000.00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8986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 actual: $700000.00 CLP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31455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392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Ver historial ---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6393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[Depósito] $500000.00 CLP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886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[Depósito] $200000.00 CLP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Saldo: $700000.00 CLP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EBF5FB"/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41732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5BA3D9">
              <a:alpha val="8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«interface» IOperacionesBilletera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41732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5BA3D9">
              <a:alpha val="8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4173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«interface» IConvertidorMoneda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EAFAF1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23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A7A3C">
              <a:alpha val="85000"/>
            </a:srgbClr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0" y="27889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A7A3C">
              <a:alpha val="85000"/>
            </a:srgbClr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2788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Billetera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31920" y="27889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A7A3C">
              <a:alpha val="85000"/>
            </a:srgbClr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2788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77840" y="27889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A7A3C">
              <a:alpha val="85000"/>
            </a:srgbClr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2788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TipoTransaccion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8862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9E7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+ ENTRADA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0" y="411480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ConvertidorMoneda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411480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2E75B6">
              <a:alpha val="80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(Menú)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implementadas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241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Crear cuenta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correo y contraseña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moneda (CLP/USD/EUR)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 cuenta existente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91440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83280" y="10241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💵  Gestión de fondos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46304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saldo en tiempo real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Depositar (impacta saldo)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Retirar (valida saldo suficiente)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91440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63640" y="10241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Conversión de moneda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63640" y="146304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CLP ↔ USD ↔ EUR ↔ UF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Tasas actualizables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moneda igual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03580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Historial de transacciones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4747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Depósitos y retiros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Conversiones de moneda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y hora automática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46120" y="292608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83280" y="303580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Manejo de errores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83280" y="34747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inválido → excepción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insuficiente → aviso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no numérica → aviso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92608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303580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🇨🇱  Contexto chileno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34747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CLP como moneda base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UF (Unidad de Fomento)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Nombres y correos .cl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unitarias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2E75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9601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totales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914400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1A7A3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9601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926080" y="1554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de éxito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94960" y="914400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94960" y="9601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394960" y="1554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 testeadas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0" y="914400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7F8C8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9601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0" y="1554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Fallidas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pruebas validan la lógica de negocio (Billetera y ConvertidorMoneda), no el menú.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614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Depósito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casos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148840" y="274320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148840" y="2743200"/>
            <a:ext cx="1554480" cy="4114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27614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casos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840480" y="274320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1A7A3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840480" y="2743200"/>
            <a:ext cx="1554480" cy="411480"/>
          </a:xfrm>
          <a:prstGeom prst="rect">
            <a:avLst/>
          </a:prstGeom>
          <a:solidFill>
            <a:srgbClr val="1A7A3C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27614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casos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532120" y="274320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1A7A3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532120" y="2743200"/>
            <a:ext cx="1554480" cy="411480"/>
          </a:xfrm>
          <a:prstGeom prst="rect">
            <a:avLst/>
          </a:prstGeom>
          <a:solidFill>
            <a:srgbClr val="1A7A3C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32120" y="27614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3212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casos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223760" y="274320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223760" y="2743200"/>
            <a:ext cx="155448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23760" y="27614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ConvertidorMoneda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casos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y aprendizajes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743200" cy="3931920"/>
          </a:xfrm>
          <a:prstGeom prst="roundRect">
            <a:avLst>
              <a:gd name="adj" fmla="val 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🚧 Desafíos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interfaces útiles y no solo formales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todos los casos de error posibles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 menú que sea claro y fácil de usar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Manejar entradas inválidas del usuario sin que el programa se caiga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005840"/>
            <a:ext cx="2743200" cy="3931920"/>
          </a:xfrm>
          <a:prstGeom prst="roundRect">
            <a:avLst>
              <a:gd name="adj" fmla="val 3333"/>
            </a:avLst>
          </a:prstGeom>
          <a:solidFill>
            <a:srgbClr val="EBF5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097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Soluciones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164592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con contratos claros y bien documentados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Excepciones con mensajes descriptivos en español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con switch y bucle do-while para el flujo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Try-catch en lectura de números para evitar crashes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005840"/>
            <a:ext cx="2743200" cy="3931920"/>
          </a:xfrm>
          <a:prstGeom prst="roundRect">
            <a:avLst>
              <a:gd name="adj" fmla="val 3333"/>
            </a:avLst>
          </a:prstGeom>
          <a:solidFill>
            <a:srgbClr val="EAFAF1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0972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Aprendizajes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63640" y="164592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 permite separar la lógica del menú de la lógica del negocio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para leer datos del usuario desde consola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importancia de validar cada entrada antes de procesar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unitarias detectan errores antes de ejecutar el menú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5BA3D9">
              <a:alpha val="15000"/>
            </a:srgbClr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5BA3D9">
              <a:alpha val="15000"/>
            </a:srgbClr>
          </a:solidFill>
          <a:ln w="12700">
            <a:solidFill>
              <a:srgbClr val="5BA3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completado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EC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Todos los requerimientos implementados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Código Java con POO e interfaces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Menú interactivo por consola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Diagrama de clases UML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23 pruebas unitarias JUnit 5 (100% exitosas)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0" y="25603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Documentación técnica completa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3108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D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Informe de pruebas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480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A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¡Muchas gracias!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785</Words>
  <Application>Microsoft Office PowerPoint</Application>
  <PresentationFormat>Presentación en pantalla (16:9)</PresentationFormat>
  <Paragraphs>146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AlkeWallet - Presentación Final v2</dc:title>
  <dc:subject>PptxGenJS Presentation</dc:subject>
  <dc:creator>PptxGenJS</dc:creator>
  <cp:lastModifiedBy>Valentin Morales Silva</cp:lastModifiedBy>
  <cp:revision>3</cp:revision>
  <dcterms:created xsi:type="dcterms:W3CDTF">2026-06-25T17:53:45Z</dcterms:created>
  <dcterms:modified xsi:type="dcterms:W3CDTF">2026-06-25T19:40:12Z</dcterms:modified>
</cp:coreProperties>
</file>