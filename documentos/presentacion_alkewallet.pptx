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Presentar el proyecto, mencionar que es una billetera digital desarrollada en Java con paradigma orientado a objetos, orientada al mercado chileno.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contexto del proyecto: empresa fintech que necesita una billetera digital. Mencionar que el enfoque es chileno, con CLP como moneda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arquitectura en 3 capas: interfaces (contratos), modelo (lógica de negocio) y servicio (utilidades). Destacar que Billetera implementa IOperacionesBilletera y ConvertidorMoneda implementa IConvertidorMoneda.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6 tarjetas. Destacar que todas las operaciones de fondos impactan directamente sobre el saldo (requerimiento clave del enunciado). Mencionar el soporte para UF como característica del contexto chileno.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las 4 clases/interfaces principales. Destacar cómo Billetera implementa IOperacionesBilletera y ConvertidorMoneda implementa IConvertidorMoneda. Esto demuestra el uso de interfaces para reutilización de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resultados de las pruebas. Mencionar que se usan anotaciones de JUnit 5 (@Test, @BeforeEach, @DisplayName). Explicar que cada caso valida tanto el flujo positivo como el manejo de errores.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 ejecución de la demo. Ejecutar mvn compile y luego el comando de Principal.java. Explicar cada operación que aparece en la consola: depósito, retiro y conversión de moneda.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Hablar de los desafíos reales que se encontraron durante el desarrollo. Mencionar específicamente el tema de la configuración de JUnit 5 y cómo las interfaces ayudaron a organizar mejor 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cierre. Resumir los entregables: código fuente, pruebas unitarias, diagrama de clases, documentación técnica e informe de pruebas. Agradecer y abrir espacio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BA3D9">
              <a:alpha val="15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2926080"/>
            <a:ext cx="2286000" cy="2286000"/>
          </a:xfrm>
          <a:prstGeom prst="ellipse">
            <a:avLst/>
          </a:prstGeom>
          <a:solidFill>
            <a:srgbClr val="5BA3D9">
              <a:alpha val="15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AlkeWallet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BA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 Digital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5BA3D9">
              <a:alpha val="70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Módulo 2 — Alkemy Chile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· POO · JUnit 5 · Maven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a resolver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inicial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fintech Alkemy Digital necesita una billetera digital para sus usuarios.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de desarrollo debe construir una solución que permita: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Administrar fondos de manera segura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transacciones dentro de la plataforma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entre distintas monedas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objetivo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Entregar una aplicación funcional, segura y fácil de usar que proporcione a los usuarios una solución confiable para administrar sus activos financieros digitalmente.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chileno (CLP como moneda base)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limpio, documentado y testeado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orientada a objetos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EBF5FB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INTERFACES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1481328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5BA3D9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813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«interface» IOperacionesBilletera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481328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5BA3D9">
              <a:alpha val="8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8132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«interface» IConvertidorMoneda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AFAF1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MODELO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A7A3C">
              <a:alpha val="85000"/>
            </a:srgbClr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7889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A7A3C">
              <a:alpha val="85000"/>
            </a:srgbClr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7889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A7A3C">
              <a:alpha val="85000"/>
            </a:srgbClr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78892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A7A3C">
              <a:alpha val="85000"/>
            </a:srgbClr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889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TipoTransaccion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SERVICIO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4114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ConvertidorMoneda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69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Cuenta de usuario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usuario con nombre,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correo y contraseña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Asociar billetera al usuario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Múltiples billeteras posibles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9601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069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 Gestión de fondos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saldo disponible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Depositar dinero (impacta saldo)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Retirar dinero (impacta saldo)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saldo suficiente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0698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Conversión de moneda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508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 ↔ USD  |  CLP ↔ 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 ↔ UF  |  USD ↔ EUR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Tasas actualizables en runtime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 moneda → sin cambio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Historial de transacciones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depósitos y retiros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conversiones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y hora automática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Descripción de cada operación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29718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Manejo de errores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Monto inválido → excepción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insuficiente → excepción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Moneda no disponible → excepción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claros al usuario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6364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 Contexto chileno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520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CLP como moneda 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para UF (Unidad de Fomento)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Tasas del mercado chileno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con usuarios .cl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e interfaces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25400">
            <a:solidFill>
              <a:srgbClr val="5BA3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IOperacionesBilletera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«interface»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depositar(double monto)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retirar(double monto)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obtenerSaldo(): double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25400">
            <a:solidFill>
              <a:srgbClr val="5BA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5BA3D9"/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IConvertidorMoneda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«interface»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6002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convertir(monto, origen, destino)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obtenerTasa(origen, destino)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43200"/>
            <a:ext cx="402336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Billetera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principal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saldo, moneda, usuario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transacciones: List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depositar() / retirar()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convertirMoneda()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imprimirHistorial()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0F4F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743200"/>
            <a:ext cx="402336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ConvertidorMoneda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0175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3375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tasas: Map&lt;String, Double&gt;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convertir()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obtenerTasa()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agregarTasa()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totales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9601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1A7A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10058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éxito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10058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testeadas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960120"/>
            <a:ext cx="14173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5400">
            <a:solidFill>
              <a:srgbClr val="7F8C8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0" y="100584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15200" y="155448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fallidas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por categorías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43200"/>
            <a:ext cx="1554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614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Depósito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casos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4884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48840" y="2743200"/>
            <a:ext cx="155448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27614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casos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84048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2743200"/>
            <a:ext cx="1554480" cy="41148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27614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casos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53212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1A7A3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2743200"/>
            <a:ext cx="1554480" cy="411480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27614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casos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223760" y="274320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2743200"/>
            <a:ext cx="155448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27614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ConvertidorMoneda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casos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la aplicación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 en consola — clase Principal.java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143560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AlkeWallet - Demostración        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68249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9293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 creado: Usuario{id=1, nombre='Valentina Rojas', correo='valentina@correo.cl'}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Billetera creada: Billetera{id=101, usuario=Valentina Rojas, saldo=$0.00 CLP}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670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91693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Depósito exitoso: +$500000.00 CLP | Saldo actual: $500000.00 CLP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6382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Depósito exitoso: +$250000.00 CLP | Saldo actual: $750000.00 CLP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41071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Retiro exitoso:   -$100000.00 CLP | Saldo actual: $650000.00 CLP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90448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Convirtiendo saldo de CLP a USD...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41513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Conversión exitosa: $650000.00 CLP -&gt; $698.92 USD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y aprendizajes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Desafíos enfrentados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interfaces que sean realmente útiles y no solo formales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todos los casos de error posibles en cada operación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el historial de transacciones sincronizado con el saldo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correctamente JUnit 5 en Maven para que corra todos los tests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EBF5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Soluciones aplicadas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IOperacionesBilletera e IConvertidorMoneda con contratos claros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Excepciones descriptivas en cada punto de validación del negocio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automático de cada transacción dentro de depositar() y retirar()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maven-surefire-plugin 3.1.2 para JUnit Jupiter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EAFAF1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Aprendizajes clave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69164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responsabilidades entre capas de modelo y servicio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las pruebas unitarias para detectar errores temprano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enums para representar tipos de transacción con descripción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Convención de nombres en español mejora la legibilidad del código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5BA3D9">
              <a:alpha val="15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5BA3D9">
              <a:alpha val="15000"/>
            </a:srgbClr>
          </a:solidFill>
          <a:ln w="12700">
            <a:solidFill>
              <a:srgbClr val="5BA3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completado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C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Todos los requerimientos implementados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Código Java con POO e interfaces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Diagrama de clases UML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23 pruebas unitarias JUnit 5 (100% exitosas)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Documentación técnica completa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606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Informe de pruebas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Contexto chileno (CLP, UF)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A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¡Muchas gracias!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AlkeWallet - Presentación Final</dc:title>
  <dc:subject>PptxGenJS Presentation</dc:subject>
  <dc:creator>Alkemy Chile</dc:creator>
  <cp:lastModifiedBy>Alkemy Chile</cp:lastModifiedBy>
  <cp:revision>1</cp:revision>
  <dcterms:created xsi:type="dcterms:W3CDTF">2026-06-22T20:18:26Z</dcterms:created>
  <dcterms:modified xsi:type="dcterms:W3CDTF">2026-06-22T20:18:26Z</dcterms:modified>
</cp:coreProperties>
</file>